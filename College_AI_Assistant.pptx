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🎓 College AI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Intelligent Learning Platform for Students &amp; Educators</a:t>
            </a:r>
            <a:br/>
            <a:r>
              <a:t>Built with Google Gemini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📚 Students need instant answers to college-related questions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⏰ Traditional resources are time-consuming and not always available 24/7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🤝 Educators lack modern tools for student engagement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💡 Growing demand for AI-powered educational 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✨ An intelligent AI chatbot powered by Google Gemini 2.5 Flash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🎯 Real-time Q&amp;A for college-related topics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📱 Clean, professional web interface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⚡ Fast, concise, and professional responses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🔄 Conversation history &amp; context awareness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🎯 Provide 24/7 AI assistance for college students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📖 Answer questions about courses, admissions, careers &amp; more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🏆 Deliver professional, educational responses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🎨 Create an intuitive and modern user interface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🚀 Deploy as a full-stack web application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🖥️ Frontend: HTML, CSS, JavaScript (Vanilla JS)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🔧 Backend: Node.js, Express.js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🤖 AI Engine: Google Gemini 2.5 Flash API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📦 Package Manager: npm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🎯 Deployment Ready: Heroku, Vercel, Railway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📍 Client-Side: Browser with chat interface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🔗 Communication: REST API (HTTP POST requests)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⚙️ Server: Node.js Express server listening on port 3003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🤖 AI Processing: Google Generative AI SDK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💾 Data Flow: Messages → Server → Gemini API → Response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Frontend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✨ Modern, professional UI with dark blue gradient theme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💬 Real-time chat interface with message bubbles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Live server connection status indicator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⌨️ Keyboard support (Enter to send, Shift+Enter for new line)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📱 Responsive design for all screen sizes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🎨 Smooth animations and professional typography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Backend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🔐 CORS enabled for cross-origin requests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📝 Request validation and error handling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🤖 Gemini API integration with system prompts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💬 Conversation history management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📊 Professional response formatting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🐛 Detailed error logging for debugging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Gemini AI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🧠 Model: Google Gemini 2.5 Flash (latest)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📋 System Prompt: Ensures professional, concise responses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Key Constraints: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Limit responses to 2-3 paragraphs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Professional &amp; educational tone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Direct and actionable information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User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🎨 Header: College AI Assistant branding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💬 Chat Area: Clean conversation display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📤 Input Area: Message box with Send button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Status: Real-time server connection indicator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🎯 UX: Intuitive and minimalist design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📱 Mobile-Friendly: Works on all devices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What Can It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❓ Answer college admission questions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📚 Explain academic subjects &amp; topics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🎓 Provide career guidance &amp; advice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🏫 Share information about institutions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📝 Help with project &amp; assignment ideas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💼 Discuss professional development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Response Quality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Professionally formatted answers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📖 Concise but comprehensive information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🎯 Direct answers to specific questions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📚 Educational &amp; informative content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⚡ Instant responses (no loading delays)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🔄 Context-aware with conversation history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Student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🎓 Quick answers between classes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📚 Study assistance &amp; explanations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🏫 College selection &amp; admission help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💼 Career planning &amp; internship advice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🤔 Help with assignments &amp; projects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🕐 24/7 availability for last-minute questions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Educator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📖 Supplement classroom teaching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🎯 Student engagement tool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⏰ Reduce repetitive Q&amp;A in classes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📝 Assign chatbot-assisted learning tasks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🏆 Monitor student learning through questions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💡 Foster independent learning habits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1️⃣ User types a message in the chat interface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2️⃣ Frontend sends message via API to backend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3️⃣ Backend receives request and context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4️⃣ Gemini AI processes with system prompt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5️⃣ Response formatted professionally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6️⃣ Frontend displays response in chat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Setup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📋 Requirements: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Node.js v18+ and npm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Google Gemini API key (free tier available)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Modern web browser (Chrome, Firefox, Safari, Edge)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Internet connection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⏱️ Setup Time: ~5 minutes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Quick Start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Clone the project or download files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Run: npm install (install dependencies)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Create .env file with GOOGLE_API_KEY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Run: npm start (start server)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5. Open: http://localhost:3003 in browser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6. Start chatting! 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Using the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✏️ Type your question in the message box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📤 Press 'Send' button or hit Enter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⏳ Wait for AI response (usually &lt;2 seconds)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💬 Continue the conversation naturally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🔄 Full chat history is maintained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✨ Responses get better with context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🔐 User authentication &amp; individual chat histories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📊 Analytics dashboard for educators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🌐 Multi-language support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🎯 Fine-tuned models for specific subjects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📱 Mobile app (iOS/Android)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🚀 Advanced features: document upload, PDF analysis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Questions? Contact or Try It Today!</a:t>
            </a:r>
            <a:br/>
            <a:r>
              <a:t>http://localhost:3003</a:t>
            </a:r>
            <a:br/>
            <a:br/>
            <a:r>
              <a:t>Powered by Google Gemini AI &amp; Node.js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